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b="1"/>
            </a:pPr>
            <a:r>
              <a:t>Last-Minute Life Saver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 sz="2000"/>
            </a:pPr>
            <a:r>
              <a:t>An Autonomous Agent for Sunk-Cost Triage</a:t>
            </a:r>
          </a:p>
          <a:p>
            <a:r>
              <a:t>Team VibeHackathon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Problem: Sunk-Cost Fallacy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At the 4-hour mark of any hackathon:</a:t>
            </a:r>
          </a:p>
          <a:p>
            <a:pPr/>
            <a:r>
              <a:t>- Teams realize they can't finish everything.</a:t>
            </a:r>
          </a:p>
          <a:p>
            <a:pPr/>
            <a:r>
              <a:t>- But they refuse to cut their favorite features.</a:t>
            </a:r>
          </a:p>
          <a:p>
            <a:pPr/>
            <a:r>
              <a:t>- They crunch, panic, and submit a broken mess.</a:t>
            </a:r>
          </a:p>
          <a:p>
            <a:pPr/>
            <a:r>
              <a:t>Current tools (like Jira) only track tasks. They are passive. They don't intervene when you are about to fail.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Solution: Active Mathematical Triage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LMLS is an active intervention agent.</a:t>
            </a:r>
          </a:p>
          <a:p>
            <a:pPr/>
            <a:r>
              <a:t>- Reads Reality: Scrapes your GitHub repo (issues, PRs, code).</a:t>
            </a:r>
          </a:p>
          <a:p>
            <a:pPr/>
            <a:r>
              <a:t>- Proves Failure: Uses Gemini 1.5 Flash to calculate exact failure probability.</a:t>
            </a:r>
          </a:p>
          <a:p>
            <a:pPr/>
            <a:r>
              <a:t>- Forces Cuts: Outputs a brutal, prioritized list of scope cuts you MUST make to survive.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Secret Weapon: Drift Detection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What happens when you accept the cuts, but then miss the new deadline?</a:t>
            </a:r>
          </a:p>
          <a:p>
            <a:pPr/>
            <a:r>
              <a:t>- Timeline Monitoring: The agent watches your progress.</a:t>
            </a:r>
          </a:p>
          <a:p>
            <a:pPr/>
            <a:r>
              <a:t>- Autonomous Renegotiation: If you finish a milestone late, LMLS instantly jumps in.</a:t>
            </a:r>
          </a:p>
          <a:p>
            <a:pPr/>
            <a:r>
              <a:t>- It recalculates the math and slashes even more features without you asking.</a:t>
            </a:r>
          </a:p>
          <a:p>
            <a:pPr/>
            <a:r>
              <a:t>It is a true, autonomous triage agent.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We Will Win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Subverts the Prompt: Not a generic 'friendly AI to-do list', but a ruthless, high-stakes emergency tool.</a:t>
            </a:r>
          </a:p>
          <a:p>
            <a:pPr/>
            <a:r>
              <a:t>- Agentic Depth: Interacts directly with live GitHub environments and actively intervenes on schedule drifts.</a:t>
            </a:r>
          </a:p>
          <a:p>
            <a:pPr/>
            <a:r>
              <a:t>- Perfect Pitch: Skipped the dashboard slop. Built one continuous 'Terminal Noir' narrative flow.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